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c3aa5ff28472c" /><Relationship Type="http://schemas.openxmlformats.org/officeDocument/2006/relationships/extended-properties" Target="/docProps/app.xml" Id="R5371e5144f0349f0" /><Relationship Type="http://schemas.openxmlformats.org/officeDocument/2006/relationships/officeDocument" Target="/ppt/presentation.xml" Id="R9603399a49e745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ac06040074391"/>
  </p:sldMasterIdLst>
  <p:notesMasterIdLst>
    <p:notesMasterId xmlns:r="http://schemas.openxmlformats.org/officeDocument/2006/relationships" r:id="Rdf827731954c48d3"/>
  </p:notesMasterIdLst>
  <p:sldIdLst>
    <p:sldId xmlns:r="http://schemas.openxmlformats.org/officeDocument/2006/relationships" id="256" r:id="Rfa8482a45fc640ad"/>
    <p:sldId xmlns:r="http://schemas.openxmlformats.org/officeDocument/2006/relationships" id="257" r:id="R3acb80f7aef642f3"/>
    <p:sldId xmlns:r="http://schemas.openxmlformats.org/officeDocument/2006/relationships" id="258" r:id="R6af715f294ba4c0b"/>
    <p:sldId xmlns:r="http://schemas.openxmlformats.org/officeDocument/2006/relationships" id="259" r:id="Rdf1af9e868a641eb"/>
    <p:sldId xmlns:r="http://schemas.openxmlformats.org/officeDocument/2006/relationships" id="260" r:id="R6165102d5b624734"/>
    <p:sldId xmlns:r="http://schemas.openxmlformats.org/officeDocument/2006/relationships" id="261" r:id="R41c2cf5340ba4aa0"/>
    <p:sldId xmlns:r="http://schemas.openxmlformats.org/officeDocument/2006/relationships" id="262" r:id="R9f109348866340d6"/>
    <p:sldId xmlns:r="http://schemas.openxmlformats.org/officeDocument/2006/relationships" id="263" r:id="Rb7d65f63d98a4911"/>
    <p:sldId xmlns:r="http://schemas.openxmlformats.org/officeDocument/2006/relationships" id="264" r:id="Re9edc7c91959435f"/>
    <p:sldId xmlns:r="http://schemas.openxmlformats.org/officeDocument/2006/relationships" id="265" r:id="Ra7854f0fac7448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ece3e366242e9" /><Relationship Type="http://schemas.openxmlformats.org/officeDocument/2006/relationships/slideMaster" Target="/ppt/slideMasters/slideMaster1.xml" Id="R5ddac06040074391" /><Relationship Type="http://schemas.openxmlformats.org/officeDocument/2006/relationships/notesMaster" Target="/ppt/notesMasters/notesMaster1.xml" Id="Rdf827731954c48d3" /><Relationship Type="http://schemas.openxmlformats.org/officeDocument/2006/relationships/presProps" Target="/ppt/presProps.xml" Id="Rb830f40be87e469d" /><Relationship Type="http://schemas.openxmlformats.org/officeDocument/2006/relationships/viewProps" Target="/ppt/viewProps.xml" Id="Rba78a998772b4046" /><Relationship Type="http://schemas.openxmlformats.org/officeDocument/2006/relationships/tableStyles" Target="/ppt/tableStyles.xml" Id="Rc5d7239244d84400" /><Relationship Type="http://schemas.openxmlformats.org/officeDocument/2006/relationships/slide" Target="/ppt/slides/slide1.xml" Id="Rfa8482a45fc640ad" /><Relationship Type="http://schemas.openxmlformats.org/officeDocument/2006/relationships/slide" Target="/ppt/slides/slide2.xml" Id="R3acb80f7aef642f3" /><Relationship Type="http://schemas.openxmlformats.org/officeDocument/2006/relationships/slide" Target="/ppt/slides/slide3.xml" Id="R6af715f294ba4c0b" /><Relationship Type="http://schemas.openxmlformats.org/officeDocument/2006/relationships/slide" Target="/ppt/slides/slide4.xml" Id="Rdf1af9e868a641eb" /><Relationship Type="http://schemas.openxmlformats.org/officeDocument/2006/relationships/slide" Target="/ppt/slides/slide5.xml" Id="R6165102d5b624734" /><Relationship Type="http://schemas.openxmlformats.org/officeDocument/2006/relationships/slide" Target="/ppt/slides/slide6.xml" Id="R41c2cf5340ba4aa0" /><Relationship Type="http://schemas.openxmlformats.org/officeDocument/2006/relationships/slide" Target="/ppt/slides/slide7.xml" Id="R9f109348866340d6" /><Relationship Type="http://schemas.openxmlformats.org/officeDocument/2006/relationships/slide" Target="/ppt/slides/slide8.xml" Id="Rb7d65f63d98a4911" /><Relationship Type="http://schemas.openxmlformats.org/officeDocument/2006/relationships/slide" Target="/ppt/slides/slide9.xml" Id="Re9edc7c91959435f" /><Relationship Type="http://schemas.openxmlformats.org/officeDocument/2006/relationships/slide" Target="/ppt/slides/slide10.xml" Id="Ra7854f0fac74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44be0af3c48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935eef4fc496b" /><Relationship Type="http://schemas.openxmlformats.org/officeDocument/2006/relationships/notesMaster" Target="/ppt/notesMasters/notesMaster1.xml" Id="R6abb28bdc1eb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0ea2beff2543aa" /><Relationship Type="http://schemas.openxmlformats.org/officeDocument/2006/relationships/notesMaster" Target="/ppt/notesMasters/notesMaster1.xml" Id="R8e9867e5431943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72cfbb88b4ca3" /><Relationship Type="http://schemas.openxmlformats.org/officeDocument/2006/relationships/notesMaster" Target="/ppt/notesMasters/notesMaster1.xml" Id="R80c845532e93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1581fd40de4b2a" /><Relationship Type="http://schemas.openxmlformats.org/officeDocument/2006/relationships/notesMaster" Target="/ppt/notesMasters/notesMaster1.xml" Id="Rfd2def295a33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c5e37f0b9b450e" /><Relationship Type="http://schemas.openxmlformats.org/officeDocument/2006/relationships/notesMaster" Target="/ppt/notesMasters/notesMaster1.xml" Id="Rc98587ef5b0b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230a4aed04dfe" /><Relationship Type="http://schemas.openxmlformats.org/officeDocument/2006/relationships/notesMaster" Target="/ppt/notesMasters/notesMaster1.xml" Id="Rd4039eb0bce24e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f8a33839954130" /><Relationship Type="http://schemas.openxmlformats.org/officeDocument/2006/relationships/notesMaster" Target="/ppt/notesMasters/notesMaster1.xml" Id="R89f73cb7464242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0224003694445" /><Relationship Type="http://schemas.openxmlformats.org/officeDocument/2006/relationships/notesMaster" Target="/ppt/notesMasters/notesMaster1.xml" Id="Rafd5d7406ddc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bc400b24d4ebc" /><Relationship Type="http://schemas.openxmlformats.org/officeDocument/2006/relationships/notesMaster" Target="/ppt/notesMasters/notesMaster1.xml" Id="Rc6996397d245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c00bc401d548de" /><Relationship Type="http://schemas.openxmlformats.org/officeDocument/2006/relationships/notesMaster" Target="/ppt/notesMasters/notesMaster1.xml" Id="Re62f4f843c2841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8dccb2f4c40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dfc10e56894967" /><Relationship Type="http://schemas.openxmlformats.org/officeDocument/2006/relationships/slideLayout" Target="/ppt/slideLayouts/slideLayout1.xml" Id="Rdc19a61ecc4f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19a61ecc4f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8b03de1384f34" /><Relationship Type="http://schemas.openxmlformats.org/officeDocument/2006/relationships/image" Target="/ppt/media/image.jpeg" Id="R939fa9201a5140b1" /><Relationship Type="http://schemas.openxmlformats.org/officeDocument/2006/relationships/notesSlide" Target="/ppt/notesSlides/notesSlide1.xml" Id="R69b6a43971344a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c8d7904fa4db7" /><Relationship Type="http://schemas.openxmlformats.org/officeDocument/2006/relationships/notesSlide" Target="/ppt/notesSlides/notesSlide2.xml" Id="R5bcbfc33665d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ba49a08784e3d" /><Relationship Type="http://schemas.openxmlformats.org/officeDocument/2006/relationships/notesSlide" Target="/ppt/notesSlides/notesSlide3.xml" Id="R927690ad52a440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51feb918b4ad6" /><Relationship Type="http://schemas.openxmlformats.org/officeDocument/2006/relationships/notesSlide" Target="/ppt/notesSlides/notesSlide4.xml" Id="Rd07fc6e8f0a345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0f472b58d4ee4" /><Relationship Type="http://schemas.openxmlformats.org/officeDocument/2006/relationships/image" Target="/ppt/media/image2.jpeg" Id="Ra4b7aa548ace4b77" /><Relationship Type="http://schemas.openxmlformats.org/officeDocument/2006/relationships/notesSlide" Target="/ppt/notesSlides/notesSlide5.xml" Id="Rff6a127002e5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f45a21e4144a3" /><Relationship Type="http://schemas.openxmlformats.org/officeDocument/2006/relationships/notesSlide" Target="/ppt/notesSlides/notesSlide6.xml" Id="Rf2454a1bc40c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a582da5440ac" /><Relationship Type="http://schemas.openxmlformats.org/officeDocument/2006/relationships/notesSlide" Target="/ppt/notesSlides/notesSlide7.xml" Id="Rf1ef3a9a928a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1a38669ca4234" /><Relationship Type="http://schemas.openxmlformats.org/officeDocument/2006/relationships/notesSlide" Target="/ppt/notesSlides/notesSlide8.xml" Id="Rf30bbc5ee0ff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d562a15854dba" /><Relationship Type="http://schemas.openxmlformats.org/officeDocument/2006/relationships/notesSlide" Target="/ppt/notesSlides/notesSlide9.xml" Id="R7c2662df5c074c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7a5458e0e4718" /><Relationship Type="http://schemas.openxmlformats.org/officeDocument/2006/relationships/notesSlide" Target="/ppt/notesSlides/notesSlide10.xml" Id="R911c8c74642141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5F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E0A40-343B-4E6F-8BEE-50C4241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-7620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8E9BB-600A-42E3-B964-4257D57C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8A1BF-FDCE-4B14-82C7-AB4FD0A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819150"/>
            <a:ext cx="4095750" cy="50482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fa9201a5140b1"/>
          <a:srcRect xmlns:a="http://schemas.openxmlformats.org/drawingml/2006/main" l="20156" t="0" r="20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47750"/>
            <a:ext cx="363855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DED25-99C2-4AB9-9D0C-B15FE78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07F26-C516-490E-876F-77A7ED2C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FOR REAL IMPACT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DB29-D93B-4356-9EC4-30EE400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AmanAkses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87F04-CA89-48C3-8B46-675B6D72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00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yang membantu menata,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bukan menentukan.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DEDBB-6991-4DCA-907F-BAC1A3BE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9F5F2"/>
                </a:solidFill>
                <a:latin typeface="Aptos"/>
                <a:ea typeface="Aptos"/>
                <a:cs typeface="Aptos"/>
              </a:rPr>
              <a:t>Pendamping aksesibel untuk belajar, mencatat, menyusun kronologi, dan meninjau laporan dengan kendali tetap pada pengguna.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49159-E65C-4A74-BA86-D6B1B35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>
              <a:alpha val="7451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EC385-9957-4169-99AD-302DA27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8E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EE8E0"/>
                </a:solidFill>
                <a:latin typeface="Aptos Display"/>
                <a:ea typeface="Aptos Display"/>
                <a:cs typeface="Aptos Display"/>
              </a:rPr>
              <a:t>BATAS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5FB85-5CC4-43B5-BC85-235CC6C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Semua keluaran AI adalah draf yang dapat diedit dan wajib ditinjau manusia.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55BDF-75E7-45BC-880C-AC9D11F6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222A9-BBE3-420A-BDC1-06D01CF7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107285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1A057-898E-449C-AAC9-7535016E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MASALAH NYATA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89E8A-13BE-4E7E-8625-8A186CC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8510A-646B-45C6-A9D0-E529B2F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Melapor sering menjadi beban yang berulang, bukan satu langkah.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8E3D2-F61D-4892-BF3F-6354D9A6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Pengguna harus mengingat, menulis ulang, menyusun bukti, dan menghadapi kanal yang belum tentu aksesibel saat kondisi emosional sedang berat.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51411-EFC3-40BE-8D2B-B068A20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2BACD-E77A-42D2-927E-F3AB4A98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53971-9441-4E78-BC92-4CD59D6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Memahami pilihan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00CC0-B40E-4F24-8BAC-F6508A1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2143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D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6EC4-3506-4BAF-B398-E86A7FD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8249B-A4CA-4C9E-95D2-D4E47E64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1800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Mengingat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C54D0-CF81-4CF1-9E54-2DD149A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75939-807E-4F6C-AADE-1CA2452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47852-1FE7-4BF0-A62C-7EC91C9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Menyusun kronologi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9BE09-0A43-43EE-A3EB-34249272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6905D-9BAD-4A86-B26B-6DFC124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292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18A6A-CE4E-48CE-999B-F3DADFA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959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Mengulang ke kanal 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824A5-DEF1-441C-BBEC-EF2CEB2A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2095500" cy="3276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0C2CD-2010-4B1D-9E5B-7FC4B36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Yang hilang di tengah proses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E5110-B366-4BD4-BFC8-50D0464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64B6A-7FEB-40D0-9673-471BFEC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52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Kejelasan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6BE91-3DC1-42E5-B161-725CE97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CBB42-8055-4A4A-9537-A39F07B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Energi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CCB05-0F50-4F28-B460-517BC01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6459A-E94A-4A06-986E-63A6F4E7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67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Rasa aman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61861-E765-49AD-9B23-98A17AB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68A52-0041-4B37-88DC-D765823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244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Kendali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BEF48-1FFC-41CE-A979-CD6E065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19700"/>
            <a:ext cx="1581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Fokusnya adalah beban proses, bukan pengganti pendamping profesional.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1C8B0-8162-4E64-BF6B-C4F0C57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68D8E-3F9B-4EB8-A0CE-B980B0A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992248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507BF-2852-467E-AA79-B5FD77A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PENGGUNA DAN HAMBATAN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87C8C-7500-4DD5-BC58-16F3A20F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6EA57-6DC5-4D81-8C47-80C23C5B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Aksesibilitas harus hadir sepanjang perjalanan, bukan sebagai tambahan.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DD9A7-81B7-4114-856A-8C95A625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47284-1819-462B-8974-1410D96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52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PENGGUNA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38FD1-F440-4B77-BE9E-2D5D9FF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Mengendalikan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catatan dan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keputusan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FE530-1C5F-4BE1-8297-1A4A626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F1960-5E9B-46D4-A7F7-47FA99C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A6AB-235F-43EA-9FC8-2286C5F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26A9-6EE0-4D9A-A113-FC5770C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INTERAKSI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67C6A-B31E-400B-919C-45BC689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Navigasi keyboard, fokus, ukuran target, dan safe exit.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30243-974A-4DD7-9996-6250E21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633AB-7E6F-4472-805B-BAA0CBF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72EAB-E474-481A-8C43-E06BE11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1BDE4-8E7C-4AAC-AD57-706AD915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KOMUNIKASI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058A7-9253-4319-BA21-366F5B4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Bahasa sederhana, teks alternatif, dan format yang dapat dipahami.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2BEA3-F936-43EA-ACE1-B571929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D4E4A-A188-4B4B-B106-1FA5394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34BAA-2707-47E7-A696-991A108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93570-6AF1-4D48-828C-DE416CD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KOGNITIF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2071A-B653-493E-80AC-357A897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Beban mengingat urutan, tanggal ambigu, dan informasi terfragmentasi.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2AB8E-B968-4631-A0F7-17FDE0A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EF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1142C-16D7-4249-8698-039413BF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010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D006A-A93F-475B-99D3-22B2F0DD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0BB78-4397-476B-928C-E3C8D26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KEPERCAYAAN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7E44B-AAE7-4448-9915-6A0F8DD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Kekhawatiran privasi, konsekuensi pelaporan, dan hilangnya kendali.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29E49-AD13-4FE4-9664-70BAE368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C3C2D-8C97-4670-94F4-DCAAE5F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5F8A29-3893-410D-B753-4207540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D8794-A689-44CA-A5A5-6E9B8E2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27039-3DE3-4A2B-9BC5-6A8674F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434F4-EB84-4D2B-A3F0-11FA7FA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962915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CA32B-5D46-442B-9B10-91DEBDA2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ALUR SOLUSI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769BC-71E5-4819-9C1C-6CA4E469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CF4C-F007-4AE0-8C38-E3DC752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Satu alur, enam tahap, dan kendali pengguna di setiap perpindahan.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43998-62F7-472A-B4C4-605CD858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19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F4021-9C87-4D62-8415-2913AC62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527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66782-59A8-49BC-8D3B-8330B984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7E309-AA5F-416E-B8B3-B7A0B55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F47D8-6B26-4BA4-8609-FC5CEE19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Belajar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AFC51-1CB8-433F-84E9-C97C57C6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Informasi dasar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3D5EA-490D-4C1B-9861-9447FF7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6E95-BD78-4A35-8C10-547D931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527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4AE1-4BF6-45AB-A9C6-7E719BD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2C86F-AA11-4F93-8649-0F4FC18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856B9-CFAC-4F51-AB10-D0CEB25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Jurnal privat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7359E-B172-43C5-B31E-DE10906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Catatan pengguna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2FE21-4E06-467C-B36F-4549B96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63156-8A47-4CEA-9BF1-ACBAB2A6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527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4903A-2F59-4DCE-96C4-6C2CA61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BAC96-DCF3-441A-B7EB-CAEE089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65A63-FCE0-457A-B877-FF91ECF5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Pilih catatan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E6D90-5745-4824-997F-F79D0C0D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Ruang lingkup eksplisit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05A05-9BE1-4C04-89EE-220BFAE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ECE52-D93C-4A1E-86ED-36E7658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527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7736D-10D6-4B25-A9C2-4A957B2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51C29-97E1-40C6-A943-9FF5C86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01A95-62AD-4C85-816F-D1DEA40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Draf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E2FE5-6F69-4AAF-A1A1-C3A4D53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Kronologi bersumber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62E9D-8334-4BDD-89E5-9556F080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8D1BE-021C-4768-8F5F-EA310A6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527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4CC08-8D7A-4536-8B06-1FD269D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42AD3-D8B0-4D70-B78C-DF41D49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45079-3426-423F-B811-3197E44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Tinjau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C8DDE2-9E6A-4A35-9DC5-C6D8F26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Edit / terima / tolak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5C68E-73B0-4BE9-BAAC-5B67F63A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1581150" cy="16954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8EF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FEB05-731B-4B24-A55E-08A3AE0F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860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FE11CC-ABBB-43A1-8A94-5314AD6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670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Pratinjau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43B17F-85F9-4010-9598-B6A7020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6712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Persetujuan sebelum lanjut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8B6233-507E-4DE2-96D1-D44430D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9829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D27B64-A4CE-461B-9935-7B5CDC3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14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TIGA CHECKPOINT KENDALI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F776A3-5542-453A-B089-6A32998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6E382-25CC-4BA3-B251-49CD042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578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Pengguna memilih catatan yang dikirim.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2CD4E1-975B-41F5-BAAE-BD50B1C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80EB08-7C68-4C35-B0BD-E28B0B8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Setiap peristiwa wajib ditinjau.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867E3-4EEB-473B-877D-AC0B436C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671FBD-9892-4281-86AC-D30B220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Laporan hanya maju setelah persetujuan.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76A7D-85AD-4191-BF6C-97A5F32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8D04C8-944C-4A2B-B6FD-44D3660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850029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3B0DE-A10A-418C-9AD5-CA099236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DEMO PRODUK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AC03C-4BD4-44A6-B1DC-126C8584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6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>
                    <a:alpha val="66667"/>
                  </a:srgbClr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66A1B-5F1C-41E4-8869-4B4A322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 Timeline Assistant membuat draf kronologi yang dapat diperiksa.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45A13-17AF-479E-82E7-17CE47A5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D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D9D6"/>
                </a:solidFill>
                <a:latin typeface="Aptos"/>
                <a:ea typeface="Aptos"/>
                <a:cs typeface="Aptos"/>
              </a:rPr>
              <a:t>Catatan sintetis dipilih secara eksplisit. Keluaran menyertakan referensi sumber dan tidak boleh menebak informasi yang hilang.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00B3E-F46A-4FA6-9978-88EB56E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10871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7aa548ace4b77"/>
          <a:srcRect xmlns:a="http://schemas.openxmlformats.org/drawingml/2006/main" l="0" t="19903" r="0" b="19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10858500" cy="3676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FE62C-2AC0-4E98-9985-01A2E880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3FB39-BFE1-43EE-BC56-0676C3D5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  PILIH CATATAN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973D-5557-4010-B850-5B25E7D1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2C6E4-90CB-4CBA-9232-BFFAF09C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  TINJAU SUMBER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DA5C7-3A1C-40CF-B686-8591E2F4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288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84128-30B0-4386-A71E-171927C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  TERIMA / TOLAK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320EC-FFBA-4A46-8FBD-583EE14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DC54B-4459-4A3C-97A5-ED01E5B7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150665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9A727-E189-496C-8625-E29043E9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ARSITEKTUR DAN BATAS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BA401-A8FC-4D1F-BF22-2633F17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6193A-6E66-40B4-8556-0443CB3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AI bekerja di satu fungsi terbatas; rahasia dan keputusan tidak masuk ke browser.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0FF20-1AB6-441A-ABB8-574558E9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1087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DDA92-5575-4743-B06F-2B6A5F84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rPr>
              <a:t>BROWSER PENGGUNA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A1B4C-472A-4987-87DB-9B411B30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E2965-95E7-4F06-BABC-18815089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rPr>
              <a:t>VERCEL SERVERLESS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075EE-C426-4594-98B8-A9919E6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87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4F274-F7B9-413C-B2D7-E400E77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rPr>
              <a:t>LAYANAN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4C046-BFE9-4552-9DF4-52019DC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490BC-8780-4170-8DAB-A69B7F8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Catatan terpilih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6260A-79DC-4FC4-9080-83D947DB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Data sintetis saat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A7525-57B8-44E0-9FCC-4EDE174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57425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B3ADD-704F-47B0-B401-27180558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526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Editor + keputusan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1B4E4-813A-455F-9CCC-07EA3AF4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908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Terima / tolak / ubah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295C0-3351-4CFA-9975-C772E92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147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7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DA168-DF96-40E2-AA10-3E17828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099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api/timeline.ts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2EBE2-3C51-4452-B141-512EE11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Validasi input dan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A7EFD-3075-446F-8F0F-FB263E3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1472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7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8AE54-EDEA-4942-9303-6AEF7ED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GEMINI_API_KEY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57005-6087-4302-A477-FC952C85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Hanya variabel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00F4E-727C-4A10-A296-3F762B3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72025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79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B02A1-AF43-4489-98A5-CAE870E1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67275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Gemini structured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45069-DD6E-4FC5-B621-4FB63C2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0540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Jika API tersedia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4C07E-2678-44E3-844E-30D5A8C6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79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E5495-6B47-4166-9060-D2674F18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Fallback deterministik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0A080-CD28-4ECF-8ABB-992BA323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Jika API gagal / offline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06DEB-5E70-44B8-B946-D2D8E64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C0CDAC-1267-482A-B8CD-1AD842F7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8602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F471F-7D47-43ED-AB7D-61022BE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ACEDD-F131-4291-BA50-5DD5CE1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4332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61A00-234B-490F-A00F-8287E34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673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DA97E-2F88-4162-AD81-1B58F1D2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0062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9DDD85-5681-48AC-81E7-64221AF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2479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7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D0316-87DE-4B0C-B4A2-227CCAB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814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TIDAK BOLEH DIINFERENSIKAN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54E6F-C1F5-4697-9215-08E41F0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74AC9-DCB8-4964-BE3B-C3AB8B0F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Fakta yang hilang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5D6A4-E68A-43D8-8F95-9762A1A2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95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11055-D3C0-4FD8-A6E6-1E29DE6C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19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Niat atau kesalahan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63ADB-DFDE-4FE4-8DAC-25555EE2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85092-452E-4233-BB44-1647441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434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A8FE5C-F43B-47F3-AD12-68C956B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C67242-35D8-4596-87D2-7867CFC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67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Kebenaran laporan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E45404-EBD2-4EBC-9AB2-3D4BD89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ED504-2BC1-44AE-8CD8-3636A4D5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565660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F3D3D-3B13-4C4B-BC88-BC1A519F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HUMAN REVIEW, CONSENT,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FF387-CBC0-422D-8D08-A81B6F85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B16A1-B8AC-402E-A324-3CEB5063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Tiga gerbang mencegah draf AI berubah menjadi keputusan otomatis.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B882C-0F6D-49EE-8BA4-ADB8699E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73D2B-0B2B-437E-8D2C-A92804F2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A7160-7B9A-4C89-8C83-6AA8D35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F09C8-05B5-4875-9CE9-2E9C826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RUANG LINGKUP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24E9E-C451-4FB4-9058-30A4B141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Pengguna memilih catatan mana yang boleh diproses.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E1DF6-1392-47E1-A80D-DCB0EA5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E4A46-44E5-4001-BC95-B09A2B4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6A8C8-F229-4FB2-B1E2-9FC8ECE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EDAFB-A31A-433C-B3C8-83E0CC8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4F658-5508-4838-A207-8B28A7D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45235-5255-4439-97FA-13CFBEB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rPr>
              <a:t>TINJAU PERISTIWA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E1F75-F8F0-4689-9A43-E769577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Setiap item diedit lalu diterima atau ditolak.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8E2B5-C674-4194-AC06-A886BE3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8C430-F6B3-480F-84FA-6B714E1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81375"/>
            <a:ext cx="1524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49AEE-EE6E-473C-82BD-061491FC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8D5C4-E970-43EB-804E-99DD4AE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D290D-18EE-4C40-860D-0EAA0E50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06F2E-9D0D-4948-8123-F8D5F42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rPr>
              <a:t>PERSETUJUAN AKHIR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6EA57-3C5B-4F82-A8A0-AF19889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Hanya hasil yang disetujui masuk ke pratinjau laporan.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CEFBC-4DEF-485F-A638-20E23F2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986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3B201-9010-4FD5-A317-C3D1BA14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Selalu tersedia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A0024-CC53-4317-8BBE-A8828AC1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15148-C153-49CE-9618-B4B432E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Label draf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E08D2-A759-4783-91F6-82D1897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816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59ACA-8F2C-4777-9BFC-A7B835B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Edit manual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970FE-881F-4F3B-9575-B58D6CE4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816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E3A45-52C8-405A-9B5E-9E941E9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19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 exit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3AAEA-F0C2-4C4E-87A6-9BB6FE7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816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8CDCA-6B4E-4F7B-9773-C58EC1F5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9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Referensi catatan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59719-D0A4-4DF9-9D67-48E043B0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9709B-F8CC-4600-A5B3-2C9DEFC9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19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Fallback offline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CCC0C-AE0F-43F3-B5D0-7C8FC14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386FC4-F455-4E76-9F94-F6BE320F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115344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F9EFA-39A2-460E-8EFB-FDA7D2A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KEMAMPUAN PROTOTIPE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147AE-1705-4578-9E3E-3B29D27E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3A1F3-A7F2-4469-B5B9-BF1E2C7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Prototipe menunjukkan sistem yang utuh, dengan status integrasi yang jujur.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91624-73BF-4724-B84B-D3C8B2F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8C73C-98CD-49E3-AF26-225B608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AMANAKSES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EA7E1-E2AE-49BB-84C5-BD17AA9C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Kendali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59809-3570-4A74-9789-810326E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4110A-B29A-4402-A32C-39F0D815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3AE8C-55C1-47F0-B48E-366022A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INTERAKTIF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A0C89-3F89-407F-AB32-2A91E92C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Belajar aksesibel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2E5F9-226A-480B-A46B-44AFA4E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Konten, navigasi, safe exit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4DA54-FC6A-45E7-A4EF-BB7DC20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C2354-AE9F-40A0-84B6-C36CD7F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1A969-E1DA-4F72-AFFB-5C5D394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INTERAKTIF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2D142-8249-49CC-8F3C-30FD2F8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Jurnal privat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78575-A953-4724-9F21-476755DC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Catatan sintetis dan pilihan sumber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5D87B-D5A0-4ADD-807F-71DAA0A2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055E0-A98A-403D-9F32-2FEB63B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88E82-C751-48A0-B547-0A580FB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257B7"/>
                </a:solidFill>
                <a:latin typeface="Aptos Display"/>
                <a:ea typeface="Aptos Display"/>
                <a:cs typeface="Aptos Display"/>
              </a:rPr>
              <a:t>INTERAKTIF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505FD-93B5-473C-B80E-3B4D1078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Safe Timeline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91CA3-0686-4B47-BDD9-9E98B6E8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Draf, sumber, edit, keputusan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8713F-CA29-48D2-B239-5FEFDA5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E54B3-3983-4C40-83CD-20138333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E2015-B91D-4907-B56E-E99D32F2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rPr>
              <a:t>SIMULASI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B7D4A-17F4-4FE5-A9BC-64EDDD54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38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Pratinjau laporan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27034-87CB-482F-A0FD-80B20F1E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149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56D"/>
                </a:solidFill>
                <a:latin typeface="Aptos"/>
                <a:ea typeface="Aptos"/>
                <a:cs typeface="Aptos"/>
              </a:rPr>
              <a:t>Alur consent dan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599EE-A073-4065-9A48-0F7D964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5E8D6-1A43-481A-AC78-E2C66C6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873CF-987C-49B6-915B-0585957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387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E06B0-11C5-4E4C-87D1-6DF322D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A848A-08C5-4FA8-BCF7-6DA4B9B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72150"/>
            <a:ext cx="739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87962"/>
                </a:solidFill>
                <a:latin typeface="Aptos Display"/>
                <a:ea typeface="Aptos Display"/>
                <a:cs typeface="Aptos Display"/>
              </a:rPr>
              <a:t>Belum diklaim: penyimpanan produksi, integrasi kanal eksternal, keputusan hukum, atau verifikasi kebenaran.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DBC40-64EA-4383-8F65-8783FCD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00954-940B-4ECE-B504-2A5B505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934797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92868-075F-4DA0-809A-83DED423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VALIDASI DAN BATAS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0565B-1EED-4142-BC42-5F88278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6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>
                    <a:alpha val="66667"/>
                  </a:srgbClr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E6C8E-77E0-40D4-9F02-423E91F9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Bukti teknis sudah ada; bukti pengguna masih harus diisi.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78E74-856F-4F81-B9B0-F8EA349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0" cy="4000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F5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6FD45-9EB3-48FE-8036-E93167C3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765D6-4C5E-46F6-8384-4352071A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skenario sintetis lulus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D7DB8-12DB-436E-B740-450D4617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C9808-9C4A-44C2-BE3C-261D982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JSON 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A99C5-469C-4940-A57A-E6CBE75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AD86D-2D83-4623-9A0C-926D527F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Referensi sumber wajib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EAF79-CDD4-4DA6-AD6C-06D2D6B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085F0-D0E6-4052-B01D-ED424D48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Informasi hilang tidak ditebak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26B55-2922-409B-A9A1-50A6C2E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A2FC8-991D-4F96-8833-E4EF8622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 aktif saat API gagal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DE643-9A4E-49DF-B729-B870E0A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695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C6ED8-53AF-486B-A986-8368199E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Build produksi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98732-C7DE-4A3B-9049-E57CF337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431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86745-E1AA-4ED2-8CFB-73D4622B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81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rPr>
              <a:t>LULUS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4B81D-3FCC-44F8-A10E-E64D9E27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695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D39AD-0367-40B1-A693-1A4C39E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Lint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66746-CAE1-44FC-9A55-DB0EEB3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384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6E1F0-9DA6-4F40-843D-E95B3F8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rPr>
              <a:t>LULUS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3B231-4AA1-4937-B026-0B8F06C2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695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3C177-483A-4D50-BC3A-305D076B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Keyboard + aksesibilitas dasar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E567B-BDF4-4CA3-AAB8-84699EA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338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08CAB-AAE1-4488-B8EA-AE4C724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71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5F5B"/>
                </a:solidFill>
                <a:latin typeface="Aptos Display"/>
                <a:ea typeface="Aptos Display"/>
                <a:cs typeface="Aptos Display"/>
              </a:rPr>
              <a:t>DIPERIKSA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852D7A-D99E-4006-81D5-D68A593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695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F3DFD-B321-4BCF-8223-C2B2CCB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Peer testing 3-5 mahasiswa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52D92-64A6-4D3D-96E9-F74B694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291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2FBD0-4F4F-4B36-94D7-88BA074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[[ISI_HASIL]]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60205-BB0B-492B-9D7B-3AC82CF4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911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2DF"/>
                </a:solidFill>
                <a:latin typeface="Aptos"/>
                <a:ea typeface="Aptos"/>
                <a:cs typeface="Aptos"/>
              </a:rPr>
              <a:t>Keterbatasan saat ini: data hanya sintetis, integrasi Gemini live perlu bukti tambahan, dan hasil peer test belum dimasukkan.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CC8EE-F1D1-4F97-B659-CE00F78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C7D59-9D53-4C77-B546-9F7A546D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>
                    <a:alpha val="73333"/>
                  </a:srgbClr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078021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31736-917E-4533-B5A7-163D6935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DAMPAK DAN ARAH PENGEMBANGAN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EC769-B930-481B-96CD-8F91BDE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8AB71-6017-4FD6-86C7-66F2533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66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Nilai AmanAkses lahir ketika teknologi memperkuat agensi pengguna.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1AE94-0A65-491F-8ED9-DB9EBCB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D9E4E-CB01-4364-90AC-BF115F2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SEKARANG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3130A-81E0-45B0-9762-6AB15D5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Mengurangi beban menyusun catatan dan kronologi.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04873-B4D1-434C-9F48-F41E9AA8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628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4ECD8-674C-4540-89EC-F70E12A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BERIKUTNYA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1B934-D53D-4E8C-AB20-374D5F8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Uji partisipatif, deploy Vercel, dan evaluasi aksesibilitas lebih dalam.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B27ED-8870-4E96-892E-A62818DC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7620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84650-6A82-4A70-ABD8-2D19EEC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47D78"/>
                </a:solidFill>
                <a:latin typeface="Aptos Display"/>
                <a:ea typeface="Aptos Display"/>
                <a:cs typeface="Aptos Display"/>
              </a:rPr>
              <a:t>POTENSI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9983B-8760-48C0-91D8-D55F1AF7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716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13A"/>
                </a:solidFill>
                <a:latin typeface="Aptos Display"/>
                <a:ea typeface="Aptos Display"/>
                <a:cs typeface="Aptos Display"/>
              </a:rPr>
              <a:t>Integrasi pendampingan dan kanal rujukan dengan persetujuan eksplisit.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8B4C3-507D-45C9-B934-F449BC3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24050"/>
            <a:ext cx="3105150" cy="32575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5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A93E6-4186-4BAD-BFBB-34AE047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DF3EF"/>
                </a:solidFill>
                <a:latin typeface="Aptos Display"/>
                <a:ea typeface="Aptos Display"/>
                <a:cs typeface="Aptos Display"/>
              </a:rPr>
              <a:t>PRINSIP PENUTUP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7C204-C3B9-4964-93A3-5BD0DCB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membantu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B4562-E8B3-4490-AD72-4A067A08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5F301-8696-49E2-AFC8-BCFBC79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Manusia tetap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menentukan.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4EB5D-CA5F-4A1D-B4E0-2B90BED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[[ISI_NAMA_KELOMPOK]]  |  [[ISI_PROTOTYPE_URL]]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39D7A-A30E-44A0-9E22-6A1842C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626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DA633-85EE-4791-8F8F-1C29DD7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00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TERIMA KASIH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D8E6B-BC40-4AC6-A1E5-385DDED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64BBA-5964-4320-9CFA-826239DD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0656D"/>
                </a:solidFill>
                <a:latin typeface="Aptos Display"/>
                <a:ea typeface="Aptos Display"/>
                <a:cs typeface="Aptos Display"/>
              </a:rPr>
              <a:t>AMANAKSES  /  AI DRAFT,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602070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2026-06-11T12:34:13.5090000Z</dcterms:created>
  <dcterms:modified xsi:type="dcterms:W3CDTF">2026-06-11T12:34:13.5090000Z</dcterms:modified>
</coreProperties>
</file>